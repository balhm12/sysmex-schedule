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34416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344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16184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30428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194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57860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26440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154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80160" y="3538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22452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51846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8016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80160" y="54589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10058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23774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Huymori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John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Eden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30352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30352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30352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83280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5" name="Text 11"/>
          <p:cNvSpPr/>
          <p:nvPr/>
        </p:nvSpPr>
        <p:spPr>
          <a:xfrm>
            <a:off x="3383280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83280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383280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6208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9" name="Text 15"/>
          <p:cNvSpPr/>
          <p:nvPr/>
        </p:nvSpPr>
        <p:spPr>
          <a:xfrm>
            <a:off x="6236208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236208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236208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89136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23" name="Text 19"/>
          <p:cNvSpPr/>
          <p:nvPr/>
        </p:nvSpPr>
        <p:spPr>
          <a:xfrm>
            <a:off x="9089136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9089136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9089136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11100816" cy="4480560"/>
          </a:xfrm>
          <a:prstGeom prst="roundRect">
            <a:avLst>
              <a:gd name="adj" fmla="val 1633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234440"/>
            <a:ext cx="11100816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2026-07-20T23:03:39Z</dcterms:created>
  <dcterms:modified xsi:type="dcterms:W3CDTF">2026-07-20T23:03:39Z</dcterms:modified>
</cp:coreProperties>
</file>