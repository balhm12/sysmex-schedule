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데이터 분석 결과 (2026년 7월): 강남차병원·강남차여성병원 프로젝트(XR-9000/XR-1000)는 담당 엔지니어(Martin)가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2026-07-21T08:14:37Z</dcterms:created>
  <dcterms:modified xsi:type="dcterms:W3CDTF">2026-07-21T08:14:37Z</dcterms:modified>
</cp:coreProperties>
</file>