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51460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6118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34416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344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234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VOC 서베이 현황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16184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30428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304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194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특이사항 조치/해결 현황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257860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26440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154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실적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80160" y="35387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22452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현황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518464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80160" y="5074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및 그룹 진행사항 · Deep Care Service 진행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80160" y="54589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VOC 서베이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유형별 분포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30352" y="160020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600200"/>
            <a:ext cx="5486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항목 평균 점수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309360" y="169164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응대/일정 조율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92640" y="17830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09360" y="2697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788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전문성/문제해결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692640" y="27889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309360" y="370332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7" name="Text 14"/>
          <p:cNvSpPr/>
          <p:nvPr/>
        </p:nvSpPr>
        <p:spPr>
          <a:xfrm>
            <a:off x="6537960" y="3794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응대·마무리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692640" y="37947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309360" y="4800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건수: 자료 미제공 – 추후 업데이트 (고객 만족도 대시보드, 7월 기간 리포트 연동 예정)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특이사항 조치/해결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11100816" cy="4480560"/>
          </a:xfrm>
          <a:prstGeom prst="roundRect">
            <a:avLst>
              <a:gd name="adj" fmla="val 1633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11100816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실적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246888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Gray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Huymori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John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Eden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530352" y="1371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재방문율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30352" y="1783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0352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15% 이하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0712" y="123444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3410712" y="1371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410712" y="1783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410712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90% 이상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91072" y="123444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6291072" y="1371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291072" y="1783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291072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171432" y="123444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5F8FC"/>
          </a:solidFill>
          <a:ln/>
        </p:spPr>
      </p:sp>
      <p:sp>
        <p:nvSpPr>
          <p:cNvPr id="19" name="Text 16"/>
          <p:cNvSpPr/>
          <p:nvPr/>
        </p:nvSpPr>
        <p:spPr>
          <a:xfrm>
            <a:off x="9171432" y="1371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배정율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171432" y="1783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171432" y="2697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및 그룹 진행사항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5394960" cy="3017520"/>
          </a:xfrm>
          <a:prstGeom prst="roundRect">
            <a:avLst>
              <a:gd name="adj" fmla="val 1818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23444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234440"/>
            <a:ext cx="5394960" cy="3017520"/>
          </a:xfrm>
          <a:prstGeom prst="roundRect">
            <a:avLst>
              <a:gd name="adj" fmla="val 1818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23444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4389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4389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 Care Service 전략 추진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530352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13232" y="1874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담당제 정착 (High-Touch)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279392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462272" y="1874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확대 (High-Tech)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62272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028432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211312" y="1874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AI/Data 기반 고도화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11312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11100816" cy="4480560"/>
          </a:xfrm>
          <a:prstGeom prst="roundRect">
            <a:avLst>
              <a:gd name="adj" fmla="val 1633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234440"/>
            <a:ext cx="11100816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2026-07-20T22:00:15Z</dcterms:created>
  <dcterms:modified xsi:type="dcterms:W3CDTF">2026-07-20T22:00:15Z</dcterms:modified>
</cp:coreProperties>
</file>